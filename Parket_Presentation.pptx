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🅿️ PARKET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AI-Powered Smart Parking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What is Parket?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572000" cy="1828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An intelligent parking app powered by Artificial Intelligence and Machine Learning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📊 Helps drivers find optimal parking spots with real-time predictions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🔍 Analyzes historical occupancy data to forecast parking availability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⚡ Reduces time wasted searching for parking spots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🌍 Works seamlessly across shopping malls and establishments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The Problem We 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572000" cy="1828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🚗 Drivers waste 30% of driving time searching for parking spots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😤 Unpredictable parking availability causes frustration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⏰ Peak hours lead to congestion and longer wait times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💰 Unnecessary fuel consumption and increased emissions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📍 No data-driven insights for parking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572000" cy="1828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AI &amp; Machine Learning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Peak Hours Prediction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Best Time Suggestions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Smart Slot Routing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Occupancy Forecasts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User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Real-time Availability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E-wallet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Parking History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Dark/Light Mode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572000" cy="1828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Frontend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React 18 + TypeScript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Vite (Fast Builds)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Tailwind CSS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Framer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Backend &amp; ML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TensorFlow.js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Python (Training)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Random Forest (94.5% Accuracy)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Real-time Data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Real-Life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572000" cy="1828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🛍️ Shopping Malls: Guide shoppers to available spots instantly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🏢 Office Buildings: Predict parking availability during peak hours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🅿️ Parking Lots: Optimize occupancy and revenue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🌆 Urban Areas: Reduce traffic congestion and emissions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🔄 Integration: Works with existing parking management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Revenue Model - Subscription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572000" cy="18288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💵 Establishments &amp; Malls pay monthly subscription fees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📈 Pricing tiers based on parking lot size and user traffic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Malls benefit from: Better customer experience &amp; increased visits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💡 Increased customer satisfaction = Higher retention &amp; spending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📊 Data insights for mall operators to optimize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0" b="1">
                <a:solidFill>
                  <a:srgbClr val="0066CC"/>
                </a:solidFill>
              </a:defRPr>
            </a:pPr>
            <a:r>
              <a:t>🎬 APP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9900"/>
                </a:solidFill>
              </a:defRPr>
            </a:pPr>
            <a:r>
              <a:t>Live demonstration of the Parket app interface, features, and AI predictions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